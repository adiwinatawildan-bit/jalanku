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8686800" y="0"/>
            <a:ext cx="3504895" cy="6858000"/>
          </a:xfrm>
          <a:prstGeom prst="rtTriangle">
            <a:avLst/>
          </a:prstGeom>
          <a:solidFill>
            <a:srgbClr val="182D55"/>
          </a:solidFill>
          <a:ln>
            <a:solidFill>
              <a:srgbClr val="18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97706"/>
                </a:solidFill>
              </a:defRPr>
            </a:pPr>
            <a:r>
              <a:t>SEMINAR LAPORAN KERJA PRAKTIK</a:t>
            </a:r>
          </a:p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</a:defRPr>
            </a:pPr>
            <a:r>
              <a:t>SISTEM INFORMASI JALAN KU</a:t>
            </a:r>
          </a:p>
          <a:p>
            <a:pPr>
              <a:spcAft>
                <a:spcPts val="3500"/>
              </a:spcAft>
              <a:defRPr sz="1600">
                <a:solidFill>
                  <a:srgbClr val="CBD5E1"/>
                </a:solidFill>
              </a:defRPr>
            </a:pPr>
            <a:r>
              <a:t>Sistem Informasi Pelaporan dan Penentuan Prioritas Penanganan Kerusakan Jalan</a:t>
            </a:r>
            <a:br/>
            <a:r>
              <a:t>Berbasis Web Menggunakan AI YOLOv8 dan SPK TOPSIS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Disusun Oleh : Adiwinata Wildan (Mahasiswa Kerja Praktik)</a:t>
            </a:r>
            <a:br/>
            <a:r>
              <a:t>Program Studi Teknik Informatika / Sistem Informasi</a:t>
            </a:r>
            <a:br/>
            <a:r>
              <a:t>Tahun Akademik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Latar Belakang &amp; Permasalahan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1. Saluran Aduan Konvensional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Pengaduan manual/media sosial sering tercecer dan tidak memiliki koordinat presisi.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Dinas kesulitan memetakan sebaran titik kerusakan jalan secara sistematis.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Masyarakat tidak mendapatkan kepastian dan transparansi tindak lanjut laporan.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2. Penentuan Prioritas Subjektif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Keterbatasan anggaran daerah menuntut penanganan jalan yang paling mendesak terlebih dahulu.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Penilaian perbaikan sebelumnya sering bersifat subjektif tanpa parameter ilmiah terukur.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Risiko kecelakaan fatal bagi pengendara motor kerap terabaikan jika tidak ada sistem pembobotan.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3. Kebutuhan Inovasi Teknologi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Diperlukan Computer Vision AI (YOLO) untuk memindai foto kerusakan secara otomatis.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Diperlukan metode SPK TOPSIS untuk perangkingan prioritas penanganan yang adil dan objektif.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Diperlukan sistem monitoring 3 fase (Before, Progress, After) yang transparan bagi publik.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Tujuan Pengembangan &amp; Manfaat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🎯 Tujuan Pengembangan Sistem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Membangun portal pengaduan kerusakan jalan berbasis geotagging GPS presisi (Leaflet/OSM).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Mengintegrasikan model AI YOLOv8 untuk otomatisasi deteksi lubang (pothole), retakan (crack), dan longsor (landslide).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Menerapkan algoritma SPK TOPSIS (4 Kriteria Baku) untuk merangking prioritas perbaikan jalan.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Mempercepat alur penugasan dari Admin ke dinas teknis operasional (OPD Bina Marga).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Menyediakan sistem pelacakan progres perbaikan jalan secara real-time dan transparan bagi publik.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💡 Manfaat Bagi Stakeholder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Masyarakat Umum: Kemudahan melapor secara online, pelacakan live status, dan evaluasi kepuasan (rating).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Dinas Teknis (OPD): Penerimaan surat tugas terstruktur, kemudahan update progres fisik 0-100%, dan dokumentasi foto.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Pemerintah Daerah (Admin): Pengambilan keputusan alokasi anggaran tepat sasaran dan berbasis data objektif.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Akuntabilitas Publik: Ketersediaan peta sebaran titik rawan dan rekam jejak audit (Audit Trail).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Arsitektur Sistem &amp; Teknologi yang Digunakan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🌐 Frontend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Framework Blade Template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Tailwind CSS (Responsive)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Leaflet.js &amp; OpenStreetMap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FontAwesome Icons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Interaktif &amp; Mobile Friendly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⚙️ Backend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Framework Laravel 11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PHP Version 8.2+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RESTful API Service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Role-Based Access (RBAC)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Supabase Storage / Local Disk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🤖 AI Computer Vision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Python 3.12 Engine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Ultralytics YOLOv8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Model: model_terbaru_kaggle.pt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Deteksi Pothole, Crack, Landslide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Estimasi Luas Kerusakan (m²)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🧮 Decision Support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Metode SPK TOPSIS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Normalisasi Matriks Keputusan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Solusi Ideal Positif &amp; Negatif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Skor Preferensi V (0.00 - 1.00)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Ranking Otomatis TOP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Matriks &amp; Alur Kerja 4 Role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1. Masyarakat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Login / Register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Buat Laporan &amp; Pin GPS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Upload Foto Awal (1-3)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Tracking Status Laporan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Beri Rating &amp; Feedback (1-5★)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84C78"/>
                </a:solidFill>
              </a:defRPr>
            </a:pPr>
            <a:r>
              <a:t>2. Admin (Pengawas)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Validasi / Verifikasi Laporan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Tolak Laporan Palsu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Tandai Laporan Duplikat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Jalankan AI YOLO &amp; TOPSIS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Disposisi Surat Tugas ke OPD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3. OPD Lapangan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Terima Surat Penugasan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Mulai Survei Fisik Lokasi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Input Progres Fisik (0-100%)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Upload Foto Before/Progress/After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Selesaikan Perbaikan Jalan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600200"/>
            <a:ext cx="213969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4. Super Admin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Manajemen User &amp; Akun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Master Data OPD (Dinas)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Pengaturan Bobot SPK TOPSIS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Monitoring Audit Trail Log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Pengaturan Konfigurasi Sistem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Fitur Inovasi 1: Deteksi Citra Kerusakan Berbasis AI YOLOv8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🔍 Mekanisme Kerja Model AI YOLO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Foto laporan warga diproses oleh skrip engine ai_engine/yolo_detector.py.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Model dilatih khusus untuk mendeteksi 3 kelas cacat jalan utama: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• Pothole (Lubang Jalan)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• Crack (Retakan Aspal)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• Landslide (Longsor / Jalan Ambles)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Output inferensi menghasilkan bounding box presisi, tingkat keyakinan (confidence %), dan perkiraan luas area rusak (m²).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Mekanisme pra-pemrosesan citra otomatis mengompresi gambar untuk efisiensi memori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📊 Konversi Otomatis ke Skala SPK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Hasil deteksi AI langsung mengisi parameter penilaian jalan: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1. Longsor (Landslide):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-&gt; C1 (Skala Kerusakan) = 4.6 - 5.0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-&gt; C2 (Keselamatan) = 4.6 - 5.0 (Fatalitas Ekstrem)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2. Lubang (Pothole):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-&gt; &gt;= 3 lubang: C1 = 4.1 | C2 = 4.2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-&gt; 1-2 lubang: C1 = 3.5 - 3.8 | C2 = 3.7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3. Retakan (Crack):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-&gt; C1 = 2.4 - 3.2 | C2 = 2.4 - 2.8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Menghilangkan unsur subjektivitas dalam pengukuran kondisi lapangan.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Fitur Inovasi 2: Sistem Pendukung Keputusan (SPK) TOPSIS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⚖️ 4 Kriteria Baku Penilaian (Total 100%)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C1 - Tingkat/Luas Kerusakan (Bobot: 40% | Benefit)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Mengukur dimensi fisik kerusakan dan estimasi luas (m²) via AI YOLO.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C2 - Keselamatan Pengguna (Bobot: 25% | Benefit)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Mengukur potensi bahaya fatal kecelakaan bagi pengendara motor/mobil.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C3 - Jumlah Laporan Tervalidasi (Bobot: 25% | Benefit)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Akumulasi aduan warga di ruas jalan yang sama (Crowdsourcing).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C4 - Lama Belum Tertangani (Bobot: 10% | Benefit)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Jumlah hari sejak laporan masuk agar tidak ada laporan terbengkalai.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📈 Tahapan Perhitungan &amp; Output Ranking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1. Pembentukan Matriks Keputusan (X) untuk seluruh laporan aktif.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2. Normalisasi Matriks (R) menggunakan pembagi akar kuadrat.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3. Pembobotan Matriks Ternormalisasi (Y = R * W).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4. Penentuan Solusi Ideal Positif (A+) dan Negatif (A-).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5. Perhitungan Jarak Euclidean (D+ dan D-).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6. Skor Preferensi TOPSIS (V = D- / (D+ + D-)):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Skor &gt;= 0.65 -&gt; SANGAT PRIORITAS (Merah)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Skor &gt;= 0.35 -&gt; PRIORITAS TINGGI (Oranye)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Skor &gt;= 0.15 -&gt; SEDANG (Kuning)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   • Skor &lt; 0.15  -&gt; RENDAH (Hijau)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Fitur Inovasi 3: Pemantauan Progres 3 Fase &amp; Live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📷 1. Kondisi Awal (Before)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Foto diunggah pertama kali oleh masyarakat saat membuat laporan.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Diverifikasi oleh tim Admin dan dianalisis oleh model AI YOLO.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Menjadi acuan dasar tingkat keparahan awal sebelum ditangani dinas.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🔨 2. Pengerjaan (In Progress)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Diunggah secara bertahap oleh petugas lapangan OPD (misal: 30%, 70%).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Mencatat tanggal pelaksanaan dan catatan teknis konstruksi di lapangan.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Masyarakat dapat melihat bukti pengerjaan secara transparan.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6002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✅ 3. Selesai (After)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Diunggah oleh dinas saat progres fisik mencapai 100%.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Memperlihatkan kondisi aspal yang telah mulus dan tuntas diperbaiki.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Membuka akses bagi pelapor untuk memberikan rating kepuasan (1-5★).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Tampilan Antarmuka Sistem JALAN 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47914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📱 Portal Masyarakat &amp; Form Pengaduan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Peta interaktif Leaflet dengan tombol 'Deteksi Lokasi GPS Saya'.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Input deskripsi, patokan jalan, dan unggah multi-foto kondisi awal.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Dashboard riwayat tiket dan linimasa status pelaporan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7914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🖥️ Dashboard Operasional Admin &amp; TOPSIS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Tabel TOP 10 Rekomendasi Prioritas Penanganan Jalan secara otomatis.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Panel Verifikasi, Penolakan Laporan, dan Penandaan Duplikasi.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Tombol instan untuk menjalankan analisis AI YOLO dan Hitung TOPSIS.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977640"/>
            <a:ext cx="4791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👷 Dashboard Penugasan OPD Lapangan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Daftar surat perintah tugas aktif yang didelegasikan Admin.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Formulir pelaporan persentase progres fisik berkala (0% s/d 100%).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Galeri unggah foto dokumentasi Before, In Progress, dan After.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977640"/>
            <a:ext cx="47914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⚙️ Panel Master Super Administrator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Manajemen Pengguna (User Management) &amp; pengaturan role hak akses.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Manajemen Master Data Instansi OPD dan wilayah kewenangan.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Pengaturan bobot kriteria SPK TOPSIS (C1-C4) dan Audit Trail 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SEMINAR KERJA PRAKTIK (KP) — SISTEM JALAN 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Hasil Implementasi &amp; Kesimpulan Kerja Praktik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Sistem Informasi JALAN KU © 2026 | AI YOLOv8 &amp; SPK TOPSIS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🏆 Hasil Implementasi Sistem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1. Berhasil mengintegrasikan pelaporan masyarakat berbasis peta interaktif dengan akurasi koordinat GPS.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2. Model AI YOLOv8 mampu mendeteksi kerusakan jalan (pothole, crack, landslide) secara otomatis dari foto.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3. Metode TOPSIS sukses menghasilkan perankingan prioritas penanganan jalan yang objektif dan transparan.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4. Alur penugasan OPD hingga monitoring progres 3 fase berjalan terstruktur dan terdokumentasi rapi.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5. Pengujian fungsional seluruh role (Masyarakat, Admin, OPD, Super Admin) berjalan sesuai kebutuhan (100% Valid).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00200"/>
            <a:ext cx="47914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E3C"/>
                </a:solidFill>
              </a:defRPr>
            </a:pPr>
            <a:r>
              <a:t>✨ Kesimpulan &amp; Saran Pengembangan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Kesimpulan: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Sistem Informasi JALAN KU berhasil menjadi solusi inovatif dalam modernisasi tata kelola infrastruktur jalan daerah yang akuntabel, cepat tanggap, dan partisipatif.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Saran Pengembangan: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1. Penambahan fitur push-notification via WhatsApp / Email kepada masyarakat pelapor.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2. Pengembangan aplikasi berbasis mobile native (Android/iOS) untuk petugas lapangan saat offline di area pelosok.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3. Penambahan integrasi sensor getaran (accelerometer) dari smartphone pengguna jalan.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C"/>
          </a:solidFill>
          <a:ln>
            <a:solidFill>
              <a:srgbClr val="0F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spcAft>
                <a:spcPts val="2400"/>
              </a:spcAft>
              <a:defRPr sz="2000" b="1">
                <a:solidFill>
                  <a:srgbClr val="D97706"/>
                </a:solidFill>
              </a:defRPr>
            </a:pPr>
            <a:r>
              <a:t>SESI TANYA JAWAB (Q &amp; A)</a:t>
            </a:r>
            <a:br/>
            <a:r>
              <a:t>SEMINAR LAPORAN KERJA PRAKTIK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Sistem Informasi Pelaporan dan Penentuan Prioritas Penanganan Kerusakan Jalan (JALAN KU)</a:t>
            </a:r>
            <a:br/>
            <a:r>
              <a:t>Presenter: Adiwinata Wildan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